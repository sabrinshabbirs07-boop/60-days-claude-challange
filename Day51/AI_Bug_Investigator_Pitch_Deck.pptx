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6576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error. Understand it instantly. Fix it with confidence.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debugging assistant built for the AB Talks 60-Day Claude AI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548640" cy="36576"/>
          </a:xfrm>
          <a:prstGeom prst="rect">
            <a:avLst/>
          </a:prstGeom>
          <a:solidFill>
            <a:srgbClr val="3FB6A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get stuck on errors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generic AI chat can't solve well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862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83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770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answers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1729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bury the fix in paragraphs of conversational 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862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837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770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31729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can't tell if an error is a quick fix or a critical blocker.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994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837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507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depth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9103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errors get a thorough answer, others a shallow guess — no reliability.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3434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5994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8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507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prevention guidance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9103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explain the fix, but not how to avoid the mistake again.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developers at every early stage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C837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Bootcamp Learners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code and frequently hitting errors they don't yet understand.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892040"/>
            <a:ext cx="292608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029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52852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+ learning resources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C8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45152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Developers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45152" y="3703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years in, debugging fast under real deadline pressure.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45152" y="4892040"/>
            <a:ext cx="292608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5029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5152" y="52852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structured root-cause and fix guidance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21624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C8377"/>
          </a:solidFill>
          <a:ln/>
        </p:spPr>
      </p:sp>
      <p:sp>
        <p:nvSpPr>
          <p:cNvPr id="22" name="Text 20"/>
          <p:cNvSpPr/>
          <p:nvPr/>
        </p:nvSpPr>
        <p:spPr>
          <a:xfrm>
            <a:off x="8421624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21624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Job-Seeking Developers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421624" y="3703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portfolio that shows real full-stack AI engineering skill.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21624" y="4892040"/>
            <a:ext cx="292608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1624" y="5029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21624" y="52852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that's also an impressive project to demo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debugging workspace,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chatbot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error and stack trace, optionally add the related code, and get an instant structured diagnosis — the kind of answer a senior engineer would give while pairing with you.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C8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error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71800" y="365760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36576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C8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code + language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15000" y="365760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36576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C8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58200" y="365760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78240" y="36576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C8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914400"/>
            <a:ext cx="3931920" cy="539496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150876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F85149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897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a property on an object before it has been initialized.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63840" y="2926080"/>
            <a:ext cx="3383280" cy="960120"/>
          </a:xfrm>
          <a:prstGeom prst="roundRect">
            <a:avLst>
              <a:gd name="adj" fmla="val 5714"/>
            </a:avLst>
          </a:prstGeom>
          <a:solidFill>
            <a:srgbClr val="1C2128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303580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(!user) return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user.profile.name;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4069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Tips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4343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 against null before deep property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default values in destructuring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512064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C8377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5120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developer needs, nothing they don't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of what actually went wrong.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116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560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Confidence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3017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Critical/High/Medium/Low rating with an AI confidence score.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0116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2560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Debugging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3017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path to isolate and confirm the issue.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7824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0116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79408" y="2560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with Code Example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79408" y="3017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ready-to-use code suggestion.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4754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Tips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5212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so the same bug doesn't come back.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97764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93008" y="4754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&amp; Resource Links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93008" y="5212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to official documentation when relevant.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397764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36208" y="4754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36208" y="5212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JS, Python, Java, C++, and more.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78240" y="397764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06840" y="4206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C8377"/>
          </a:solidFill>
          <a:ln/>
        </p:spPr>
      </p:sp>
      <p:sp>
        <p:nvSpPr>
          <p:cNvPr id="41" name="Text 39"/>
          <p:cNvSpPr/>
          <p:nvPr/>
        </p:nvSpPr>
        <p:spPr>
          <a:xfrm>
            <a:off x="90068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79408" y="4754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Library, Copy &amp; Share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979408" y="5212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demos, one-click copy, shareable results.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focused full-stack AI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9202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IDE-inspired workspace UI · deployed on Vercel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30632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26480" y="30632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orchestration · deployed on Render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42062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26480" y="42062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severity, fix &amp; prevention tips as structured JSON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53492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26480" y="53492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by design — no login, no database for v1.0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v1.0 deliberately leaves for later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v1.0 scope was a deliberate choice — these are the natural next steps once the core experience is proven.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871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cross-device history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22860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24871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29992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GitHub repo for deeper context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1584" y="22860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24871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30184" y="29992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screenshot, OCR-extract the error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159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Integrations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8280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&amp; JetBrains plugins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5112" y="4114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43159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48280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debugging knowledge 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4114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43159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30184" y="48280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of most common error types over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2062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1C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deserves a debugging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partner, not just a search bar.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 turns the most frustrating part of programming — staring at a wall of red text — into a fast, structured, confidence-building moment of clarity. Starting as a focused v1.0, the long-term vision is a debugging companion woven into every stage of a developer's workflow: from a first stack trace as a student, to production incidents as a senior engineer.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Investigator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2026-07-25T07:45:08Z</dcterms:created>
  <dcterms:modified xsi:type="dcterms:W3CDTF">2026-07-25T07:45:08Z</dcterms:modified>
</cp:coreProperties>
</file>